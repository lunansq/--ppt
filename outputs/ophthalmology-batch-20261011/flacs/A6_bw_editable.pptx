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D或散光IOL残余此范围，可考虑松解切口。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8" name="2018 刊p328"/>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12" name="2018 刊p328–329"/>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16" name="2018 刊p330"/>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20" name="2018 刊p330"/>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12" name="2018 刊p330–33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16" name="2018 刊p33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